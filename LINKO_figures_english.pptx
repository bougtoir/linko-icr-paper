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2222"/>
                </a:solidFill>
                <a:latin typeface="Calibri"/>
              </a:rPr>
              <a:t>LINKO (Latent Information Normalization for Key Outcomes): A Framework for Evaluating the Validity of Meta-Analytic Pooling Across Heterogeneous RCT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Calibri"/>
              </a:rPr>
              <a:t>Editable figures (7), generated from results/results.json on 2026-08-03T11:10:15Z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Calibri"/>
              </a:rPr>
              <a:t>Figure 1</a:t>
            </a:r>
          </a:p>
        </p:txBody>
      </p:sp>
      <p:pic>
        <p:nvPicPr>
          <p:cNvPr id="3" name="Picture 2" descr="fig0_icr_dimension_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64" y="868680"/>
            <a:ext cx="6952967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Figure 1. Relationship between the number of measured variables and the dimension-counting Information Contribution Ratio (ICR_std = d/D) for a single endpoint. The curve is deterministic and illustrates why the measure is dominated by variable counting.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Calibri"/>
              </a:rPr>
              <a:t>Figure 2</a:t>
            </a:r>
          </a:p>
        </p:txBody>
      </p:sp>
      <p:pic>
        <p:nvPicPr>
          <p:cNvPr id="3" name="Picture 2" descr="fig1_scenari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080" y="868680"/>
            <a:ext cx="7457535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Figure 2. Simulation results for the uniform-ICR (Scenario A) and heterogeneous-ICR (Scenario B) designs: distributions of I-squared, tau-squared, ICR discrepancy and the pooled effect.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Calibri"/>
              </a:rPr>
              <a:t>Figure 3</a:t>
            </a:r>
          </a:p>
        </p:txBody>
      </p:sp>
      <p:pic>
        <p:nvPicPr>
          <p:cNvPr id="3" name="Picture 2" descr="fig_linko_prism_sta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68680"/>
            <a:ext cx="10972800" cy="46286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Figure 3. Prism forest plot for the statin collection. Marker colour encodes ICR_std; the side panel lists the values. The display is descriptive.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Calibri"/>
              </a:rPr>
              <a:t>Supplementary Figure S1</a:t>
            </a:r>
          </a:p>
        </p:txBody>
      </p:sp>
      <p:pic>
        <p:nvPicPr>
          <p:cNvPr id="3" name="Picture 2" descr="fig_linko_prism_glucose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68680"/>
            <a:ext cx="10972800" cy="46358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Supplementary Figure S1. Prism forest plot for the intensive glucose-control collection.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Calibri"/>
              </a:rPr>
              <a:t>Figure 4</a:t>
            </a:r>
          </a:p>
        </p:txBody>
      </p:sp>
      <p:pic>
        <p:nvPicPr>
          <p:cNvPr id="3" name="Picture 2" descr="fig_pca_is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599" y="868680"/>
            <a:ext cx="6946496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Figure 4. Principal-component-based ICR in eight International Stroke Trial country groups: estimator values, their dispersion, and their relation to 14-day mortality.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Calibri"/>
              </a:rPr>
              <a:t>Supplementary Figure S2</a:t>
            </a:r>
          </a:p>
        </p:txBody>
      </p:sp>
      <p:pic>
        <p:nvPicPr>
          <p:cNvPr id="3" name="Picture 2" descr="fig_loo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68680"/>
            <a:ext cx="10972800" cy="4157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Supplementary Figure S2. Leave-one-out recomputation of the association between each PCA-based ICR estimator and 14-day mortality across the eight country groups.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Calibri"/>
              </a:rPr>
              <a:t>Figure 5</a:t>
            </a:r>
          </a:p>
        </p:txBody>
      </p:sp>
      <p:pic>
        <p:nvPicPr>
          <p:cNvPr id="3" name="Picture 2" descr="fig_linko_prism_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895" y="868680"/>
            <a:ext cx="9179905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Figure 5. Prism forest plot for the International Stroke Trial country groups, with colour encoding the loading-based estimator and marker size the regression-based estimator. Rates are shown for display; the groups are not independent trials.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