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2222"/>
                </a:solidFill>
                <a:latin typeface="Calibri"/>
              </a:rPr>
              <a:t>The Information Contribution Ratio: a reproducible descriptor of endpoint informational weight in meta-analysis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Editable figures (7), generated from results/results.json on 2026-08-03T08:05:41Z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64" y="868680"/>
            <a:ext cx="69529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1. Relationship between the number of measured variables and the dimension-counting Information Contribution Ratio (ICR_std = d/D) for a single endpoint. The curve is deterministic and illustrates why the measure is dominated by variable counting.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80" y="868680"/>
            <a:ext cx="745753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2. Simulation results for the uniform-ICR (Scenario A) and heterogeneous-ICR (Scenario B) designs: distributions of I-squared, tau-squared, ICR discrepancy and the pooled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8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3. Prism forest plot for the statin collection. Marker colour encodes ICR_std; the side panel lists the values. The display is descriptive.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S1</a:t>
            </a:r>
          </a:p>
        </p:txBody>
      </p:sp>
      <p:pic>
        <p:nvPicPr>
          <p:cNvPr id="3" name="Picture 2" descr="fig_linko_prism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5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S1. Prism forest plot for the intensive glucose-control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99" y="868680"/>
            <a:ext cx="694649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4. Principal-component-based ICR in eight International Stroke Trial country groups: estimator values, their dispersion, and their relation to 14-day mortality.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S2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1577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S2. Leave-one-out recomputation of the association between each PCA-based ICR estimator and 14-day mortality across the eight country groups.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895" y="868680"/>
            <a:ext cx="917990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5. Prism forest plot for the International Stroke Trial country groups, with colour encoding the loading-based estimator and marker size the regression-based estimator. Rates are shown for display; the groups are not independent trials.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